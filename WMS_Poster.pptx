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948672" cy="12499848"/>
  <p:notesSz cx="12499848" cy="994867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32004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CENTRAL ASIAN UNIVERSITY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11880" y="164592"/>
            <a:ext cx="6062472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Warehouse Management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11880" y="603504"/>
            <a:ext cx="6062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ML-Powered Demand Forecasting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9034272" cy="201168"/>
          </a:xfrm>
          <a:prstGeom prst="roundRect">
            <a:avLst>
              <a:gd name="adj" fmla="val 22727"/>
            </a:avLst>
          </a:prstGeom>
          <a:solidFill>
            <a:srgbClr val="D8B45E"/>
          </a:solidFill>
          <a:ln w="12700">
            <a:solidFill>
              <a:srgbClr val="D8B4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32688"/>
            <a:ext cx="9034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[Your Name]  |  Student IDs: [Your ID] — BSc in Computer Science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207008"/>
            <a:ext cx="2971800" cy="2743200"/>
          </a:xfrm>
          <a:prstGeom prst="rect">
            <a:avLst/>
          </a:prstGeom>
          <a:solidFill>
            <a:srgbClr val="D8B45E"/>
          </a:solidFill>
          <a:ln w="12700">
            <a:solidFill>
              <a:srgbClr val="D8B4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261872"/>
            <a:ext cx="2843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" y="1476756"/>
            <a:ext cx="2843784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" y="1508760"/>
            <a:ext cx="280720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mid-sized retail businesses with multiple branches depend on manual processes — spreadsheets, phone calls, paper forms — to track inventory, process sales, handle transfers, and manage loans. This results in data loss, stock discrepancies, and delayed decisions.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inventory systems lack role-specific dashboards, causing warehouse staff, branch staff, and owners to share one interface, creating security risks around sensitive financial data.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is either absent or based on simple averages, causing overstocking of slow items and stockouts of popular products — directly impacting revenue and customer satisfaction.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4014216"/>
            <a:ext cx="2971800" cy="3291840"/>
          </a:xfrm>
          <a:prstGeom prst="rect">
            <a:avLst/>
          </a:prstGeom>
          <a:solidFill>
            <a:srgbClr val="D8B45E"/>
          </a:solidFill>
          <a:ln w="12700">
            <a:solidFill>
              <a:srgbClr val="D8B4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4069080"/>
            <a:ext cx="2843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" y="4283964"/>
            <a:ext cx="2843784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" y="4315968"/>
            <a:ext cx="280720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production-ready, role-based WMS supporting 3 distinct user roles (Owner, Warehouse Staff, Branch Staff) with dedicated dashboards, serving 5+ physical locations and 1,500+ product SKUs.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complete inventory lifecycle -- from product intake and batch tracking through inter-branch transfers, point-of-sale, loan management, returns processing, and inventory auditing.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 integrate an ML-based demand forecasting system using XGBoost that outperforms the Weighted Moving Average (WMA) baseline, providing data-driven restocking recommendations.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7370064"/>
            <a:ext cx="2971800" cy="5230368"/>
          </a:xfrm>
          <a:prstGeom prst="rect">
            <a:avLst/>
          </a:prstGeom>
          <a:solidFill>
            <a:srgbClr val="D8B45E"/>
          </a:solidFill>
          <a:ln w="12700">
            <a:solidFill>
              <a:srgbClr val="D8B4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7424928"/>
            <a:ext cx="2843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" y="7639812"/>
            <a:ext cx="2843784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" y="7671816"/>
            <a:ext cx="2807208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Requirements Analysis (Aug 2025):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real retail operations in Uzbekistan. Identified 3 user roles, mapped inventory lifecycle, defined database schema with 10+ tables.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DB Design &amp; Auth (Aug–Sep 2025):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Supabase PostgreSQL schema. Configured Google OAuth, Row Level Security (RLS) policies, and atomic stored procedures for stock operations.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Core Inventory (Sep–Dec 2025):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product management for 1,500+ SKUs, full transaction lifecycle (intake, POS, returns, loans), and inter-branch stock request workflows.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Role Dashboards (Jan–Mar 2026):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dashboard: analytics, revenue charts, monthly reports. Warehouse dashboard: stock management, request fulfillment. Branch dashboard: POS, corrections, history.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— Advanced Features (Mar–Apr 2026):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auditing, Smart Restock engine (WMA), multi-language support (EN, RU, UZ, UZ-Cyrillic) with 44,000+ translation keys.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— ML Integration (May 2026):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18–24 months of synthetic data. Trained XGBoost on 26 features. Built FastAPI server. Integrated WMA/ML toggle with graceful fallback.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01568" y="1207008"/>
            <a:ext cx="2971800" cy="2286000"/>
          </a:xfrm>
          <a:prstGeom prst="rect">
            <a:avLst/>
          </a:prstGeom>
          <a:solidFill>
            <a:srgbClr val="D8B45E"/>
          </a:solidFill>
          <a:ln w="12700">
            <a:solidFill>
              <a:srgbClr val="D8B4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65576" y="1261872"/>
            <a:ext cx="2843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65576" y="1476756"/>
            <a:ext cx="2843784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83864" y="1545336"/>
            <a:ext cx="1357884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83864" y="1618488"/>
            <a:ext cx="13578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1,500+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483864" y="2002536"/>
            <a:ext cx="13578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B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SKUs managed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914900" y="1545336"/>
            <a:ext cx="1357884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4900" y="1618488"/>
            <a:ext cx="13578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914900" y="2002536"/>
            <a:ext cx="13578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B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 / 30,648 lines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483864" y="2395728"/>
            <a:ext cx="1357884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83864" y="2468880"/>
            <a:ext cx="13578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sec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483864" y="2852928"/>
            <a:ext cx="13578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B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batch prediction (1,500 items)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914900" y="2395728"/>
            <a:ext cx="1357884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4900" y="2468880"/>
            <a:ext cx="13578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914900" y="2852928"/>
            <a:ext cx="13578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B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supported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401568" y="3557016"/>
            <a:ext cx="2971800" cy="2286000"/>
          </a:xfrm>
          <a:prstGeom prst="rect">
            <a:avLst/>
          </a:prstGeom>
          <a:solidFill>
            <a:srgbClr val="D8B45E"/>
          </a:solidFill>
          <a:ln w="12700">
            <a:solidFill>
              <a:srgbClr val="D8B4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65576" y="3611880"/>
            <a:ext cx="2843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65576" y="3826764"/>
            <a:ext cx="2843784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83864" y="3858768"/>
            <a:ext cx="280720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Vite 7, React Router, TailwindCSS, Recharts, MUI, react-i18next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 + Auth + Realtime), Google OAuth 2.0, Row Level Security (RLS), stored procedures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3.13, XGBoost, scikit-learn, FastAPI, pandas, NumPy, joblib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(frontend), GitHub (95 commits, 2 contributors)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01568" y="5907024"/>
            <a:ext cx="2971800" cy="3200400"/>
          </a:xfrm>
          <a:prstGeom prst="rect">
            <a:avLst/>
          </a:prstGeom>
          <a:solidFill>
            <a:srgbClr val="D8B45E"/>
          </a:solidFill>
          <a:ln w="12700">
            <a:solidFill>
              <a:srgbClr val="D8B4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65576" y="5961888"/>
            <a:ext cx="2843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65576" y="6176772"/>
            <a:ext cx="2843784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83864" y="6208776"/>
            <a:ext cx="280720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Role-Based Access: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roles (Owner, Warehouse, Branch) with dedicated dashboards and RLS-enforced data visibility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Full Inventory Lifecycle: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transaction types: sale, sale return, loan, loan return, stock transfer, incoming, correction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ML Demand Forecasting: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 using 26 engineered features with WMA/ML toggle and graceful fallback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Real-Time Analytics: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trends, branch performance, category revenue, monthly Excel export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Inventory Auditing: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detection with dual-tab interface (branch + warehouse)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401568" y="9171432"/>
            <a:ext cx="2971800" cy="3429000"/>
          </a:xfrm>
          <a:prstGeom prst="rect">
            <a:avLst/>
          </a:prstGeom>
          <a:solidFill>
            <a:srgbClr val="D8B45E"/>
          </a:solidFill>
          <a:ln w="12700">
            <a:solidFill>
              <a:srgbClr val="D8B4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65576" y="9226296"/>
            <a:ext cx="2843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65576" y="9441180"/>
            <a:ext cx="2843784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83864" y="9473184"/>
            <a:ext cx="2807208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follows a 3-layer client-server architecture: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Frontend (React SPA)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role-based routing (/owner/*, /warehouse/*, /branch/*), 10 custom hooks, real-time Supabase subscriptions.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Backend (Supabase)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PostgreSQL with RLS, Google OAuth 2.0, atomic stored procedures (add_stock / deduct_stock) preventing race conditions.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ML Layer (FastAPI)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Python server on port 8787, XGBoost model trained on 18–24 months × 1,500+ SKUs × 5 locations. Vectorized prediction: 1,500 products in ~3 sec.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User → React → Supabase REST/Realtime → PostgreSQL</a:t>
            </a:r>
            <a:endParaRPr lang="en-US" sz="8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Forecasting: React → POST → FastAPI → XGBoost → Response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528816" y="1207008"/>
            <a:ext cx="2971800" cy="2651760"/>
          </a:xfrm>
          <a:prstGeom prst="rect">
            <a:avLst/>
          </a:prstGeom>
          <a:solidFill>
            <a:srgbClr val="D8B45E"/>
          </a:solidFill>
          <a:ln w="12700">
            <a:solidFill>
              <a:srgbClr val="D8B4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92824" y="1261872"/>
            <a:ext cx="2843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592824" y="1476756"/>
            <a:ext cx="2843784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11112" y="1508760"/>
            <a:ext cx="280720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WMS directly addresses operational inefficiencies at a real multi-branch retail business in Uzbekistan, replacing manual spreadsheet tracking with a real-time digital system.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role-based access control ensures sensitive financial data (cost prices, profit margins) is visible only to the business owner, improving both security and usability.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ML-powered demand forecasting transforms restocking from reactive to proactive: predicting next-month demand per product per location to reduce stockouts while avoiding capital tied up in overstock.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528816" y="3922776"/>
            <a:ext cx="2971800" cy="3566160"/>
          </a:xfrm>
          <a:prstGeom prst="rect">
            <a:avLst/>
          </a:prstGeom>
          <a:solidFill>
            <a:srgbClr val="D8B45E"/>
          </a:solidFill>
          <a:ln w="12700">
            <a:solidFill>
              <a:srgbClr val="D8B4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92824" y="3977640"/>
            <a:ext cx="2843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RESOLUTIONS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592824" y="4192524"/>
            <a:ext cx="2843784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11112" y="4224528"/>
            <a:ext cx="280720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Race Conditions: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sales caused stock inconsistencies. Resolved using PostgreSQL stored procedures with SELECT ... FOR UPDATE row-level locking + a DB constraint rejecting negative stock.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1,000-Row API Limit: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returns max 1,000 rows; catalog has 1,500+ products. Resolved via custom fetchAll() utility using .range() pagination, applied across 20+ queries.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3 — ML Batch Performance: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products one-by-one took 30+ seconds. Resolved by vectorized prediction — single DataFrame for all products, one model.predict() call. Result: 10× speedup (~3 sec).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528816" y="7552944"/>
            <a:ext cx="2971800" cy="3108960"/>
          </a:xfrm>
          <a:prstGeom prst="rect">
            <a:avLst/>
          </a:prstGeom>
          <a:solidFill>
            <a:srgbClr val="D8B45E"/>
          </a:solidFill>
          <a:ln w="12700">
            <a:solidFill>
              <a:srgbClr val="D8B4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92824" y="7607808"/>
            <a:ext cx="2843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592824" y="7822692"/>
            <a:ext cx="2843784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11112" y="7854696"/>
            <a:ext cx="280720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Mobile Application: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Flutter app for warehouse staff with barcode/QR scanning for stock counts and sales on the floor.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Supplier Integration: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purchase orders when ML predicts stock will fall below threshold — closing the loop from prediction to procurement.
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Advanced Analytics: 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trends, dead stock identification, ABC product classification, seasonal demand heatmaps, and scheduled email reports.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528816" y="10725912"/>
            <a:ext cx="2971800" cy="1828800"/>
          </a:xfrm>
          <a:prstGeom prst="rect">
            <a:avLst/>
          </a:prstGeom>
          <a:solidFill>
            <a:srgbClr val="D8B45E"/>
          </a:solidFill>
          <a:ln w="12700">
            <a:solidFill>
              <a:srgbClr val="D8B4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92824" y="10780776"/>
            <a:ext cx="2843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ACKNOWLEDGMENT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592824" y="10995660"/>
            <a:ext cx="2843784" cy="0"/>
          </a:xfrm>
          <a:prstGeom prst="line">
            <a:avLst/>
          </a:prstGeom>
          <a:noFill/>
          <a:ln w="12700">
            <a:solidFill>
              <a:srgbClr val="1A1A2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11112" y="11027664"/>
            <a:ext cx="280720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sincerely thank our project supervisor for their guidance, the retail business that served as our pilot site for providing real operational workflows and feedback, and the open-source communities behind React, Supabase, and XGBoost.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401568" y="11969496"/>
            <a:ext cx="2971800" cy="457200"/>
          </a:xfrm>
          <a:prstGeom prst="rect">
            <a:avLst/>
          </a:prstGeom>
          <a:solidFill>
            <a:srgbClr val="D8B45E"/>
          </a:solidFill>
          <a:ln w="12700">
            <a:solidFill>
              <a:srgbClr val="D8B4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65576" y="11996928"/>
            <a:ext cx="284378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465576" y="12134088"/>
            <a:ext cx="2843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[Dr. Supervisor Name]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[supervisor@centralasian.uz]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2026-05-15T04:56:42Z</dcterms:created>
  <dcterms:modified xsi:type="dcterms:W3CDTF">2026-05-15T04:56:42Z</dcterms:modified>
</cp:coreProperties>
</file>